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8" r:id="rId3"/>
    <p:sldId id="269" r:id="rId4"/>
    <p:sldId id="276" r:id="rId5"/>
    <p:sldId id="271" r:id="rId6"/>
    <p:sldId id="281" r:id="rId7"/>
    <p:sldId id="274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376739"/>
            <a:ext cx="10972800" cy="5322011"/>
          </a:xfrm>
        </p:spPr>
        <p:txBody>
          <a:bodyPr>
            <a:noAutofit/>
          </a:bodyPr>
          <a:lstStyle/>
          <a:p>
            <a:r>
              <a:rPr lang="en-IN" sz="5400" dirty="0">
                <a:latin typeface="Trebuchet MS" panose="020B0603020202020204" pitchFamily="34" charset="0"/>
              </a:rPr>
              <a:t>Summer Training Presentation</a:t>
            </a:r>
            <a:endParaRPr lang="en-IN" sz="3200" b="1" dirty="0">
              <a:latin typeface="Trebuchet MS" panose="020B0603020202020204" pitchFamily="34" charset="0"/>
            </a:endParaRPr>
          </a:p>
          <a:p>
            <a:endParaRPr lang="en-IN" sz="3600" b="1" dirty="0">
              <a:latin typeface="Trebuchet MS" panose="020B0603020202020204" pitchFamily="34" charset="0"/>
            </a:endParaRPr>
          </a:p>
          <a:p>
            <a:r>
              <a:rPr lang="en-IN" sz="3600" b="1" dirty="0">
                <a:latin typeface="Trebuchet MS" panose="020B0603020202020204" pitchFamily="34" charset="0"/>
              </a:rPr>
              <a:t>TITLE</a:t>
            </a:r>
            <a:r>
              <a:rPr lang="en-IN" sz="3600" b="1" dirty="0"/>
              <a:t> </a:t>
            </a:r>
          </a:p>
          <a:p>
            <a:endParaRPr lang="en-IN" sz="3200" dirty="0"/>
          </a:p>
          <a:p>
            <a:pPr algn="l"/>
            <a:endParaRPr lang="en-IN" sz="2800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2301410" y="3959890"/>
            <a:ext cx="3708971" cy="2037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latin typeface="Trebuchet MS" panose="020B0603020202020204" pitchFamily="34" charset="0"/>
              </a:rPr>
              <a:t>Name of student-1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Name of student-2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Name of student-3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Name of student-4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7140538" y="3959890"/>
            <a:ext cx="4293815" cy="20377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Trebuchet MS" panose="020B0603020202020204" pitchFamily="34" charset="0"/>
              </a:rPr>
              <a:t>AKTU Roll Number-1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AKTU Roll Number-2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AKTU Roll Number-3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AKTU Roll Number-4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Outline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3762248"/>
          </a:xfrm>
        </p:spPr>
        <p:txBody>
          <a:bodyPr>
            <a:normAutofit/>
          </a:bodyPr>
          <a:lstStyle/>
          <a:p>
            <a:r>
              <a:rPr lang="en-IN" dirty="0">
                <a:latin typeface="Trebuchet MS" panose="020B0603020202020204" pitchFamily="34" charset="0"/>
              </a:rPr>
              <a:t>Introduction</a:t>
            </a:r>
          </a:p>
          <a:p>
            <a:r>
              <a:rPr lang="en-IN" dirty="0">
                <a:latin typeface="Trebuchet MS" panose="020B0603020202020204" pitchFamily="34" charset="0"/>
              </a:rPr>
              <a:t>Objectives</a:t>
            </a:r>
          </a:p>
          <a:p>
            <a:r>
              <a:rPr lang="en-US" dirty="0">
                <a:latin typeface="Trebuchet MS" panose="020B0603020202020204" pitchFamily="34" charset="0"/>
              </a:rPr>
              <a:t>Methodology Used</a:t>
            </a:r>
          </a:p>
          <a:p>
            <a:r>
              <a:rPr lang="en-US" dirty="0" err="1">
                <a:latin typeface="Trebuchet MS" panose="020B0603020202020204" pitchFamily="34" charset="0"/>
              </a:rPr>
              <a:t>Implimentation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Conclusion</a:t>
            </a:r>
          </a:p>
          <a:p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Introduction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456588-EAF7-F166-DA41-437D69FD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Objectives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87C0CD0-8BC4-5A63-12AD-36464575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BE21F-E3F4-3502-03F3-248572305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Methodology Used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AAC9BB9-74B4-8CC4-3995-00DABF4C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Implementation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5CE7E40-B369-623E-223E-8A607B5E9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Conclusion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21C906-46E9-BD68-7B7C-DF38DA05B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C357A8-5422-9E9E-6C0A-8206D4E0F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</TotalTime>
  <Words>68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Trebuchet MS</vt:lpstr>
      <vt:lpstr>Office Theme</vt:lpstr>
      <vt:lpstr>    </vt:lpstr>
      <vt:lpstr>Outline</vt:lpstr>
      <vt:lpstr>Introduction</vt:lpstr>
      <vt:lpstr>Objectives</vt:lpstr>
      <vt:lpstr>Methodology Used</vt:lpstr>
      <vt:lpstr>Implementation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Suyash Shukla</dc:creator>
  <cp:lastModifiedBy>SUNIL KHARE</cp:lastModifiedBy>
  <cp:revision>8</cp:revision>
  <dcterms:created xsi:type="dcterms:W3CDTF">2024-08-24T09:30:54Z</dcterms:created>
  <dcterms:modified xsi:type="dcterms:W3CDTF">2026-10-11T13:00:49Z</dcterms:modified>
</cp:coreProperties>
</file>